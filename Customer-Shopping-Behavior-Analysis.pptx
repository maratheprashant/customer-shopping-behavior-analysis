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" pitchFamily="2" charset="0"/>
      <p:regular r:id="rId13"/>
    </p:embeddedFont>
    <p:embeddedFont>
      <p:font typeface="Libre Baskerville" panose="020000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85E08A-3B0C-45D2-9B63-2B74474937BF}" v="1" dt="2026-08-24T13:15:27.2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hant Marathe" userId="713dedf76b7750cd" providerId="LiveId" clId="{FAADEBE4-8797-4973-A954-4850F0EFA247}"/>
    <pc:docChg chg="modSld">
      <pc:chgData name="Prashant Marathe" userId="713dedf76b7750cd" providerId="LiveId" clId="{FAADEBE4-8797-4973-A954-4850F0EFA247}" dt="2026-08-24T13:15:29.515" v="2"/>
      <pc:docMkLst>
        <pc:docMk/>
      </pc:docMkLst>
      <pc:sldChg chg="addSp delSp modSp mod">
        <pc:chgData name="Prashant Marathe" userId="713dedf76b7750cd" providerId="LiveId" clId="{FAADEBE4-8797-4973-A954-4850F0EFA247}" dt="2026-08-24T13:15:29.515" v="2"/>
        <pc:sldMkLst>
          <pc:docMk/>
          <pc:sldMk cId="0" sldId="256"/>
        </pc:sldMkLst>
        <pc:spChg chg="add del mod">
          <ac:chgData name="Prashant Marathe" userId="713dedf76b7750cd" providerId="LiveId" clId="{FAADEBE4-8797-4973-A954-4850F0EFA247}" dt="2026-08-24T13:15:29.515" v="2"/>
          <ac:spMkLst>
            <pc:docMk/>
            <pc:sldMk cId="0" sldId="256"/>
            <ac:spMk id="5" creationId="{505E61CA-F1E5-1EDD-ACA9-57254C1D319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4321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</Words>
  <Application>Microsoft Office PowerPoint</Application>
  <PresentationFormat>Custom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Libre Baskerville</vt:lpstr>
      <vt:lpstr>Arial</vt:lpstr>
      <vt:lpstr>DM Sans</vt:lpstr>
      <vt:lpstr>Libre Baskerville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Prashant Marathe</cp:lastModifiedBy>
  <cp:revision>1</cp:revision>
  <dcterms:created xsi:type="dcterms:W3CDTF">2025-10-14T02:52:14Z</dcterms:created>
  <dcterms:modified xsi:type="dcterms:W3CDTF">2026-08-24T13:15:36Z</dcterms:modified>
</cp:coreProperties>
</file>